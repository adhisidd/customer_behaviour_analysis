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anit Light"/>
      <p:regular r:id="rId201314"/>
    </p:embeddedFont>
    <p:embeddedFont>
      <p:font typeface="Martel Sans"/>
      <p:regular r:id="rId201315"/>
    </p:embeddedFont>
    <p:embeddedFont>
      <p:font typeface="Martel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4456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60449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Purchases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1317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Transactional records analyzed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74456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60449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01317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Demographics, purchase details, behavior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78807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37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64800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05668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Only in Review Rating column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78807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50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64800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05668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Unique geographic areas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57172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features include customer demographics (Age, Gender, Location, Subscription Status), purchase details (Item, Category, Amount, Season, Size, Color), and shopping behavior (Discount, Frequency, Review Rating, Shipping Type).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8743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 in Python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224" y="1440607"/>
            <a:ext cx="279095" cy="279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6099" y="1434902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&amp; Explore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66099" y="1835448"/>
            <a:ext cx="5692236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Imported via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; used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structure and statistics.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224" y="2823418"/>
            <a:ext cx="279095" cy="2791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6099" y="2817713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Clean &amp; Standardize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266099" y="3218259"/>
            <a:ext cx="56922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Imputed missing Review Ratings using median per category; renamed columns to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snake_case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224" y="4180830"/>
            <a:ext cx="279095" cy="2791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6099" y="4175125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266099" y="4575671"/>
            <a:ext cx="5692236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Created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bins and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; dropped redundant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224" y="5589042"/>
            <a:ext cx="279095" cy="2791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66099" y="5583337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266099" y="5983883"/>
            <a:ext cx="56922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Loaded cleaned DataFrame into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PostgreSQL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Male Customers Drive 2× Revenue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 total revenue compared to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$75,191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from female customers — a significant gap worth investigating further.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disparity suggests opportunities to better understand purchasing behavior differences and potentially develop targeted strategies to increase engagement among female shoppers.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Products &amp; Discount Insights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5 Products by Average Rating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Most Discount-Dependent Products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21168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products had the highest share of discounted purchases: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2986584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Hat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50.00% discounted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Sneakers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49.66% discounted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Coat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49.07% discounted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Sweater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48.17% discounted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Pants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47.37% discounted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493305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Additionally,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used discounts while still spending above the average purchase amount, indicating strong discount-driven purchasing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917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Shipping &amp; Subscription Analysis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212453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Avg. Purchase by Shipping Type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34616"/>
            <a:ext cx="5268681" cy="3792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7889" y="1212453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Subscribers vs. Non-Subscribers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67889" y="1522413"/>
            <a:ext cx="5268681" cy="8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spend is nearly identical, but non-subscribers drive more total revenue due to volume.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Among customers with more than 5 purchases,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958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are subscribers and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2,518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are not, suggesting repeat buyers are not necessarily converting to subscriptions.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5546725"/>
            <a:ext cx="5385558" cy="767358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6351" y="5701605"/>
            <a:ext cx="507580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Subscribers (Yes)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6351" y="5972473"/>
            <a:ext cx="507580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1,053 customers · $59.49 avg ·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$62,645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total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44662" y="5546725"/>
            <a:ext cx="5385558" cy="767358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9538" y="5701605"/>
            <a:ext cx="507580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Non-Subscribers (No)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99538" y="5972473"/>
            <a:ext cx="507580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2,847 customers · $59.87 avg ·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$170,436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total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Segmentation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2295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5612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Segment Breakdown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1730276"/>
            <a:ext cx="5243481" cy="103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Customers classified by purchase history into three segments: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80% of customers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already in the Loyal segment, the focus should shift toward converting Returning and New customers through targeted loyalty incentives and onboarding campaigns.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5438180"/>
            <a:ext cx="3536465" cy="876796"/>
          </a:xfrm>
          <a:prstGeom prst="roundRect">
            <a:avLst>
              <a:gd name="adj" fmla="val 749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4289" y="5600998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289" y="5923260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3,116 customers — the dominant segment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7516" y="5438180"/>
            <a:ext cx="3536564" cy="876796"/>
          </a:xfrm>
          <a:prstGeom prst="roundRect">
            <a:avLst>
              <a:gd name="adj" fmla="val 749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0330" y="5600998"/>
            <a:ext cx="321093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0330" y="5923260"/>
            <a:ext cx="321093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701 customers — growing potential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93656" y="5438180"/>
            <a:ext cx="3536465" cy="876796"/>
          </a:xfrm>
          <a:prstGeom prst="roundRect">
            <a:avLst>
              <a:gd name="adj" fmla="val 749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6470" y="5600998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56470" y="5923260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83 customers — acquisition opportunity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37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Products by Category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243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purchased items within each of the four product categories: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37482"/>
            <a:ext cx="5339820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43284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Accessories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841526"/>
            <a:ext cx="494910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Jewelry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Sunglasses — 161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Belt — 161 orders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237482"/>
            <a:ext cx="5339919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43284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Clothing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841526"/>
            <a:ext cx="49492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Blouse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Pants — 171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Shirt — 169 orders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265315"/>
            <a:ext cx="5339820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4606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Footwear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4869359"/>
            <a:ext cx="494910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Sandals — 160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Shoes — 150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Sneakers — 145 orders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265315"/>
            <a:ext cx="5339919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44606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Outerwear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85658" y="4869359"/>
            <a:ext cx="494920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Jacket — 163 orders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Coat — 161 orders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0430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Power BI Dashboard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491059"/>
            <a:ext cx="3041078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3.9K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5233360" y="2304355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89043" y="1491059"/>
            <a:ext cx="3041177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$59.76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8489043" y="2304355"/>
            <a:ext cx="304117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Purchase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861202" y="3019227"/>
            <a:ext cx="3041078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3.75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6861202" y="3832523"/>
            <a:ext cx="304107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Rating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233360" y="4307185"/>
            <a:ext cx="6296860" cy="197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interactive dashboard enables filtering by Subscription Status, Gender, Category, and Shipping Type. Key visuals include Revenue by Category (Clothing ~$90K, Accessories ~$70K, Footwear ~$30K, Outerwear ~$15K), Sales by Age Group (Young Adult ~900, Middle-aged ~850, Senior ~800, Adult ~750), and Revenue by Age Group (Young Adult ~$55K, Middle-aged ~$50K, Adult ~$45K, Senior ~$40K). Subscription breakdown: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27% Yes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73% No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Promote exclusive subscriber benefits to convert the 73% non-subscriber base.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Reward repeat buyers to advance them into the "Loyal" segment.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Balance sales boosts from discounts with margin control, especially for discount-dependent products.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on high-revenue age groups and express-shipping users; highlight top-rated products in campaigns.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2026-09-16T15:11:02Z</dcterms:created>
  <dcterms:modified xsi:type="dcterms:W3CDTF">2026-09-16T15:11:02Z</dcterms:modified>
</cp:coreProperties>
</file>